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DFD"/>
    <a:srgbClr val="FCF7FE"/>
    <a:srgbClr val="F0D6FA"/>
    <a:srgbClr val="EAF1FE"/>
    <a:srgbClr val="447B74"/>
    <a:srgbClr val="6D1E97"/>
    <a:srgbClr val="4B156A"/>
    <a:srgbClr val="EEE3FD"/>
    <a:srgbClr val="E2D1FB"/>
    <a:srgbClr val="4747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127685-ADE5-BD49-AA01-F96C4B17A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5B9888-80F3-76E4-1BA7-FD92A973F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6892C9-1640-ABC5-2D4E-A83A3DB08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6B6E08-55BF-9881-73BB-714963986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8D0D30-90A8-DC55-C392-D26F2CCD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7410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86E14-F7EE-E301-63FD-89407EDD4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36B53F-D74D-A594-204E-B58013987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F536CA-A2BA-59A9-F4C3-FAA4E4948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801799-F8C9-E7A5-8886-6F7687656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115529-4834-C6F7-EB38-E25F4522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213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C4F280-8054-52DF-B38A-757A91083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8CF9C-1057-22CA-D010-D0BF82F21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12DD31-764B-CAF9-A436-CAA0E7808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5844D2-939D-F1D3-6ACD-9FA5B67F7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BF55A3-E429-FC57-CA5D-A24876B0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564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6D703D-7AE5-8134-E51C-02244901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F80057-70AB-F79A-700B-606A055DF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835FE2-83DC-89B1-E5B8-37398BDBC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CEE633-364C-3238-1BAF-E86753C7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5880D6-AA79-6011-C32D-9E72925F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D62CA5-C995-6C0E-5B7E-F0EC6F8B1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999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103F8-7AC4-95AE-152F-C0BE2B796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723271-571B-A57A-DFFB-3291C7B00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23BB6E-9B16-0865-0944-06776CAA9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F371BD-9AF6-CF36-B607-76F0D9B11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6FB988-C476-3364-3B17-B47B51696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9DBAE2-412C-F688-2A83-2024C8DB8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3754C37-7A0C-46A7-0AA8-6CA385DF2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882C17-7C11-3254-0C3E-291C39D9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52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A3EFD-D363-A63E-5E55-1CF59B65A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8107C1-3A1C-D3DF-F6A3-BC7A72B1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FAA38A-D17E-96EC-BA9C-3757CA1C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E08AE7-964E-EB71-37A0-2D534F41D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230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36877B0-D759-50B3-3CFE-2C68EEEFF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D730DB7-E73A-9E26-ABD7-3F61FCFF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86DF6F-708F-C266-A37C-AA8C25E6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829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7CD32-451D-6E93-270D-391BE143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AFB9B-C8BB-275F-9672-BE20362B0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96B63F-101D-916C-A729-D61909C730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92F11F-4107-600E-5730-264E28E8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C88C42-E9CA-CF5B-7DBD-2DD0CEFB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F593709-3E4E-7C70-C26F-31375C6F4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8218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76CC2D-093E-A91B-08AA-B7A017BEF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7DD091-C7AA-BC6A-FC15-F704E24E9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A1412EE-84D5-A00C-FE39-89BA625252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5FA07B-B503-A935-AE83-21851D2E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5837B7-71B2-85AF-47A6-F7C333E3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47553D-E4CB-A94A-A4AA-39FB2BD10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36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DC0BE-4E21-CD7E-FD4D-EACA7F11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DAB95D-E863-F6E0-B27F-C392E13BF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046BBE-6164-13DC-53C0-112EBC912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823D53-9E1F-2BF1-75FD-BC8B008BD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FEA52D-7E26-8F2D-27F0-C8EA01CE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0757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FD40215-F022-A7EE-C1EC-BAEF046926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DE3C35-52BA-4C45-A555-7B415EB8E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E1E82-CBE0-6BB0-A991-D5A8DDABA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7C51F4-34CE-CEA9-3B5B-2501D54C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143ED6-4CDE-75C9-324A-2FBC4D9E4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60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A82A9D0-92A1-69CC-0B0C-747385E28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5325F2-96C0-5C23-628B-9252788C3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D1B0D5-8C8C-A89F-02E1-0B1EEBE777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F6568-0C3D-4F4D-B3DA-F1665F81369F}" type="datetimeFigureOut">
              <a:rPr lang="ko-KR" altLang="en-US" smtClean="0"/>
              <a:t>2024-11-04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B76C5D-AED1-0D0D-72C2-23E18CB9AF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7327E5-ECD4-ADD8-987B-556B0B96F3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550A4-B8D3-458A-81C9-276B1187CE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26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0CA054-16A3-F763-9DF3-B49A29C91BD7}"/>
              </a:ext>
            </a:extLst>
          </p:cNvPr>
          <p:cNvSpPr txBox="1"/>
          <p:nvPr/>
        </p:nvSpPr>
        <p:spPr>
          <a:xfrm>
            <a:off x="852954" y="714895"/>
            <a:ext cx="188384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 err="1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Theventi</a:t>
            </a:r>
            <a:endParaRPr lang="ko-KR" altLang="en-US" sz="3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DBBFE8-2234-D197-0EC9-83C40105D8AD}"/>
              </a:ext>
            </a:extLst>
          </p:cNvPr>
          <p:cNvSpPr txBox="1"/>
          <p:nvPr/>
        </p:nvSpPr>
        <p:spPr>
          <a:xfrm>
            <a:off x="880177" y="1279284"/>
            <a:ext cx="18133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반응형 웹 리디자인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178D5-A19F-28B4-9ED4-4A517CB952E9}"/>
              </a:ext>
            </a:extLst>
          </p:cNvPr>
          <p:cNvSpPr txBox="1"/>
          <p:nvPr/>
        </p:nvSpPr>
        <p:spPr>
          <a:xfrm>
            <a:off x="880177" y="3889806"/>
            <a:ext cx="23455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디자인 기여도</a:t>
            </a:r>
            <a:r>
              <a:rPr lang="en-US" altLang="ko-KR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: </a:t>
            </a:r>
            <a:r>
              <a:rPr lang="ko-KR" altLang="en-US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개인 작업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ED11D2-A35F-44FD-16C1-BD159543758D}"/>
              </a:ext>
            </a:extLst>
          </p:cNvPr>
          <p:cNvSpPr txBox="1"/>
          <p:nvPr/>
        </p:nvSpPr>
        <p:spPr>
          <a:xfrm>
            <a:off x="880177" y="4450915"/>
            <a:ext cx="39308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사용 툴</a:t>
            </a:r>
            <a:r>
              <a:rPr lang="en-US" altLang="ko-KR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: Photoshop, Visual Studio Code</a:t>
            </a:r>
            <a:endParaRPr lang="ko-KR" alt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84A93EF-5E45-749C-A600-BEBB6DA664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4321" y="1729453"/>
            <a:ext cx="1862858" cy="7648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433F1DB-715F-5587-080F-81093177F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451" y="-2629641"/>
            <a:ext cx="1883849" cy="77345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31397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00C8DA-763D-0CDA-30E6-74B9C9861098}"/>
              </a:ext>
            </a:extLst>
          </p:cNvPr>
          <p:cNvSpPr txBox="1"/>
          <p:nvPr/>
        </p:nvSpPr>
        <p:spPr>
          <a:xfrm>
            <a:off x="801908" y="514282"/>
            <a:ext cx="31534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000" dirty="0">
                <a:latin typeface="Noto Sans KR ExtraBold" panose="020B0200000000000000" pitchFamily="50" charset="-127"/>
                <a:ea typeface="Noto Sans KR ExtraBold" panose="020B0200000000000000" pitchFamily="50" charset="-127"/>
              </a:rPr>
              <a:t>Design Concept</a:t>
            </a:r>
            <a:endParaRPr lang="ko-KR" altLang="en-US" sz="3000" dirty="0">
              <a:latin typeface="Noto Sans KR ExtraBold" panose="020B0200000000000000" pitchFamily="50" charset="-127"/>
              <a:ea typeface="Noto Sans KR ExtraBold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11BD12-39C9-FF9E-3D70-C0D1F4810823}"/>
              </a:ext>
            </a:extLst>
          </p:cNvPr>
          <p:cNvSpPr txBox="1"/>
          <p:nvPr/>
        </p:nvSpPr>
        <p:spPr>
          <a:xfrm>
            <a:off x="1156223" y="4880302"/>
            <a:ext cx="3616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더벤티의</a:t>
            </a:r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귀엽고 직관적인 로고를 참고해</a:t>
            </a:r>
          </a:p>
          <a:p>
            <a:r>
              <a:rPr lang="ko-KR" altLang="en-US" sz="1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사이트를 심플하면서도 단조롭지 않은 색상으로 구성하였습니다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957DA6-56CA-2DBD-4DFC-ACE7D254E29B}"/>
              </a:ext>
            </a:extLst>
          </p:cNvPr>
          <p:cNvSpPr txBox="1"/>
          <p:nvPr/>
        </p:nvSpPr>
        <p:spPr>
          <a:xfrm>
            <a:off x="6747606" y="1469910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Font</a:t>
            </a:r>
            <a:endParaRPr lang="ko-KR" alt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5C3180-D9F6-DE99-4413-166978DCD364}"/>
              </a:ext>
            </a:extLst>
          </p:cNvPr>
          <p:cNvSpPr txBox="1"/>
          <p:nvPr/>
        </p:nvSpPr>
        <p:spPr>
          <a:xfrm>
            <a:off x="6747606" y="3389698"/>
            <a:ext cx="1478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Color System</a:t>
            </a:r>
            <a:endParaRPr lang="ko-KR" alt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C2FDA96-678F-625B-3C51-8BAF3DE3FD85}"/>
              </a:ext>
            </a:extLst>
          </p:cNvPr>
          <p:cNvSpPr/>
          <p:nvPr/>
        </p:nvSpPr>
        <p:spPr>
          <a:xfrm>
            <a:off x="1641782" y="2588193"/>
            <a:ext cx="1476858" cy="1476858"/>
          </a:xfrm>
          <a:prstGeom prst="ellipse">
            <a:avLst/>
          </a:prstGeom>
          <a:solidFill>
            <a:srgbClr val="CDE0F6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A0E199E-9B2C-EEBB-C25C-E88165467F2D}"/>
              </a:ext>
            </a:extLst>
          </p:cNvPr>
          <p:cNvSpPr/>
          <p:nvPr/>
        </p:nvSpPr>
        <p:spPr>
          <a:xfrm>
            <a:off x="2673806" y="2588193"/>
            <a:ext cx="1476858" cy="1476858"/>
          </a:xfrm>
          <a:prstGeom prst="ellipse">
            <a:avLst/>
          </a:prstGeom>
          <a:solidFill>
            <a:srgbClr val="CDE0F6">
              <a:alpha val="5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67C6500-8C2B-6BB6-054A-26C4069BEA3B}"/>
              </a:ext>
            </a:extLst>
          </p:cNvPr>
          <p:cNvSpPr/>
          <p:nvPr/>
        </p:nvSpPr>
        <p:spPr>
          <a:xfrm>
            <a:off x="6747606" y="4026306"/>
            <a:ext cx="633507" cy="633507"/>
          </a:xfrm>
          <a:prstGeom prst="ellipse">
            <a:avLst/>
          </a:prstGeom>
          <a:solidFill>
            <a:srgbClr val="4B156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71E1EA8-5D3F-6CE8-A677-01B833DA7468}"/>
              </a:ext>
            </a:extLst>
          </p:cNvPr>
          <p:cNvSpPr/>
          <p:nvPr/>
        </p:nvSpPr>
        <p:spPr>
          <a:xfrm>
            <a:off x="7968944" y="4026306"/>
            <a:ext cx="633507" cy="633507"/>
          </a:xfrm>
          <a:prstGeom prst="ellipse">
            <a:avLst/>
          </a:prstGeom>
          <a:solidFill>
            <a:srgbClr val="6D1E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DC5F44C-5256-9AAC-4E54-75F718703383}"/>
              </a:ext>
            </a:extLst>
          </p:cNvPr>
          <p:cNvSpPr/>
          <p:nvPr/>
        </p:nvSpPr>
        <p:spPr>
          <a:xfrm>
            <a:off x="9181860" y="4026306"/>
            <a:ext cx="633507" cy="633507"/>
          </a:xfrm>
          <a:prstGeom prst="ellipse">
            <a:avLst/>
          </a:prstGeom>
          <a:solidFill>
            <a:srgbClr val="447B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51F09A7-FCA4-2FB9-8AFE-397CC831207C}"/>
              </a:ext>
            </a:extLst>
          </p:cNvPr>
          <p:cNvSpPr/>
          <p:nvPr/>
        </p:nvSpPr>
        <p:spPr>
          <a:xfrm>
            <a:off x="6773983" y="5217958"/>
            <a:ext cx="633507" cy="633507"/>
          </a:xfrm>
          <a:prstGeom prst="ellipse">
            <a:avLst/>
          </a:prstGeom>
          <a:solidFill>
            <a:srgbClr val="EAF1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E068550-C4E0-9D76-B1C1-0896DC435F3C}"/>
              </a:ext>
            </a:extLst>
          </p:cNvPr>
          <p:cNvSpPr/>
          <p:nvPr/>
        </p:nvSpPr>
        <p:spPr>
          <a:xfrm>
            <a:off x="7986926" y="5217958"/>
            <a:ext cx="633507" cy="633507"/>
          </a:xfrm>
          <a:prstGeom prst="ellipse">
            <a:avLst/>
          </a:prstGeom>
          <a:solidFill>
            <a:srgbClr val="FCF7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FB5DDB-400B-BC28-B51D-5CB3E835E2E4}"/>
              </a:ext>
            </a:extLst>
          </p:cNvPr>
          <p:cNvSpPr txBox="1"/>
          <p:nvPr/>
        </p:nvSpPr>
        <p:spPr>
          <a:xfrm>
            <a:off x="3118640" y="3157345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활발한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B658F59-4C7F-B4D9-70BD-D0E8554E615D}"/>
              </a:ext>
            </a:extLst>
          </p:cNvPr>
          <p:cNvSpPr txBox="1"/>
          <p:nvPr/>
        </p:nvSpPr>
        <p:spPr>
          <a:xfrm>
            <a:off x="2009336" y="3157345"/>
            <a:ext cx="679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심플한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6E4ADA-D8EF-088C-6197-ECD577422B02}"/>
              </a:ext>
            </a:extLst>
          </p:cNvPr>
          <p:cNvSpPr txBox="1"/>
          <p:nvPr/>
        </p:nvSpPr>
        <p:spPr>
          <a:xfrm>
            <a:off x="6747606" y="2054563"/>
            <a:ext cx="12634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Pretendard</a:t>
            </a:r>
            <a:endParaRPr lang="ko-KR" altLang="en-US" sz="1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9399413-6B1E-1D86-16E5-5F17F19354F0}"/>
              </a:ext>
            </a:extLst>
          </p:cNvPr>
          <p:cNvCxnSpPr/>
          <p:nvPr/>
        </p:nvCxnSpPr>
        <p:spPr>
          <a:xfrm>
            <a:off x="1236402" y="4634203"/>
            <a:ext cx="3408680" cy="0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150B438-BD27-A05E-AEF8-20F25F2DBC6F}"/>
              </a:ext>
            </a:extLst>
          </p:cNvPr>
          <p:cNvCxnSpPr/>
          <p:nvPr/>
        </p:nvCxnSpPr>
        <p:spPr>
          <a:xfrm>
            <a:off x="6773984" y="1899164"/>
            <a:ext cx="3408680" cy="0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8350118E-4994-89B5-84FD-CE362B7A70E6}"/>
              </a:ext>
            </a:extLst>
          </p:cNvPr>
          <p:cNvCxnSpPr/>
          <p:nvPr/>
        </p:nvCxnSpPr>
        <p:spPr>
          <a:xfrm>
            <a:off x="6773983" y="3819692"/>
            <a:ext cx="3408680" cy="0"/>
          </a:xfrm>
          <a:prstGeom prst="line">
            <a:avLst/>
          </a:prstGeom>
          <a:ln w="254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D83E82C-E5A0-0913-F471-326C7540C7A7}"/>
              </a:ext>
            </a:extLst>
          </p:cNvPr>
          <p:cNvSpPr txBox="1"/>
          <p:nvPr/>
        </p:nvSpPr>
        <p:spPr>
          <a:xfrm>
            <a:off x="6662646" y="4733477"/>
            <a:ext cx="803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#4B156A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CDDB97-8EBA-2613-477D-0BFE6B325B26}"/>
              </a:ext>
            </a:extLst>
          </p:cNvPr>
          <p:cNvSpPr txBox="1"/>
          <p:nvPr/>
        </p:nvSpPr>
        <p:spPr>
          <a:xfrm>
            <a:off x="7901966" y="4699836"/>
            <a:ext cx="803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#6D1E97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934BEF-AAFA-F125-3ADC-115814A7F2A0}"/>
              </a:ext>
            </a:extLst>
          </p:cNvPr>
          <p:cNvSpPr txBox="1"/>
          <p:nvPr/>
        </p:nvSpPr>
        <p:spPr>
          <a:xfrm>
            <a:off x="9096900" y="4699836"/>
            <a:ext cx="803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#447B74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775E1B-96F7-4335-5E3E-5F5586E0615E}"/>
              </a:ext>
            </a:extLst>
          </p:cNvPr>
          <p:cNvSpPr txBox="1"/>
          <p:nvPr/>
        </p:nvSpPr>
        <p:spPr>
          <a:xfrm>
            <a:off x="6747606" y="5947754"/>
            <a:ext cx="803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#EAF1FE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B03F30-B84E-F292-3EA0-0778D2FE7871}"/>
              </a:ext>
            </a:extLst>
          </p:cNvPr>
          <p:cNvSpPr txBox="1"/>
          <p:nvPr/>
        </p:nvSpPr>
        <p:spPr>
          <a:xfrm>
            <a:off x="7901966" y="5947753"/>
            <a:ext cx="8034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#FCF7FE</a:t>
            </a:r>
            <a:endParaRPr lang="ko-KR" altLang="en-US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A013B8-998F-D7A8-54AE-6CE8A39326A1}"/>
              </a:ext>
            </a:extLst>
          </p:cNvPr>
          <p:cNvSpPr txBox="1"/>
          <p:nvPr/>
        </p:nvSpPr>
        <p:spPr>
          <a:xfrm>
            <a:off x="1375829" y="1899164"/>
            <a:ext cx="10534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Keyword</a:t>
            </a:r>
            <a:endParaRPr lang="ko-KR" altLang="en-US" sz="16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1571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4118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664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8655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47</Words>
  <Application>Microsoft Office PowerPoint</Application>
  <PresentationFormat>와이드스크린</PresentationFormat>
  <Paragraphs>18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1" baseType="lpstr">
      <vt:lpstr>Noto Sans KR</vt:lpstr>
      <vt:lpstr>Noto Sans KR ExtraBold</vt:lpstr>
      <vt:lpstr>Noto Sans KR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윤당 이</dc:creator>
  <cp:lastModifiedBy>윤당 이</cp:lastModifiedBy>
  <cp:revision>15</cp:revision>
  <dcterms:created xsi:type="dcterms:W3CDTF">2024-11-04T02:12:48Z</dcterms:created>
  <dcterms:modified xsi:type="dcterms:W3CDTF">2024-11-04T05:52:21Z</dcterms:modified>
</cp:coreProperties>
</file>